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Default profile, 90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habits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Systolic BP</c:v>
                  </c:pt>
                  <c:pt idx="1">
                    <c:v>Glucose</c:v>
                  </c:pt>
                  <c:pt idx="2">
                    <c:v>Resting HR</c:v>
                  </c:pt>
                  <c:pt idx="3">
                    <c:v>Risk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120.6</c:v>
                </c:pt>
                <c:pt idx="1">
                  <c:v>93</c:v>
                </c:pt>
                <c:pt idx="2">
                  <c:v>77.6</c:v>
                </c:pt>
                <c:pt idx="3">
                  <c:v>24.5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What-if plan</c:v>
                </c:pt>
              </c:strCache>
            </c:strRef>
          </c:tx>
          <c:spPr>
            <a:solidFill>
              <a:srgbClr val="1F9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Systolic BP</c:v>
                  </c:pt>
                  <c:pt idx="1">
                    <c:v>Glucose</c:v>
                  </c:pt>
                  <c:pt idx="2">
                    <c:v>Resting HR</c:v>
                  </c:pt>
                  <c:pt idx="3">
                    <c:v>Risk 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111</c:v>
                </c:pt>
                <c:pt idx="1">
                  <c:v>84</c:v>
                </c:pt>
                <c:pt idx="2">
                  <c:v>66.9</c:v>
                </c:pt>
                <c:pt idx="3">
                  <c:v>11.1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 Digital Twin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lifestyle changes before you commit to them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(Happiest Health)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Kakulte  |  IIIT Jabalpur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lifestyle conditions (hypertension, prediabetes, obesity) build up silently over months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get generic advice and cannot see how their own habits change their own numbers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Check-ups are snapshots; there is no way to test 'what if I sleep more and walk daily?'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how can people see in advance how their own habits will change their own health markers?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Use Case: Preventive Care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enter profile and habits, see projected BP, glucose, heart rate, weight and risk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'current habits' vs a 'what-if plan' side by side over 30-365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/ clinician: use the twin to motivate and personalise lifestyle plans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prevention and early behaviour change, not diagnosis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copy of the user's key health markers that evolves day by day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steps, sleep, calories, sodium, stress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weight, systolic BP, fasting glucose, resting HR and a 0-100 risk score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model: every coefficient is readable and editable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Streamlit dashboard and a CLI demo, with unit tests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4980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AI/ML Framework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state-space model: weight from energy balance (Mifflin-St Jeor BMR + activity, 7700 kcal/kg)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glucose and heart rate relax toward lifestyle-dependent targets (30-day time constant)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from banded biomarkers (BP, glucose, BMI, HR, age)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NumPy, pandas, Streamlit, pytest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status: coefficients are illustrative, not yet clinically validated; ML calibration is on the roadmap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Day-90 Simulation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plan vs current habits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steps, 7.5 h sleep, 2,200 kcal, 2.3 g sodium, low stress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-5.2 kg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 -9.5 mmHg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-9.0 mg/dL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-13.4 points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Privacy and Impact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Digital Twin Challenge 2026 | Ayush Kakulte, IIIT Jabalpur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to real wearable and lab data per user; add uncertainty bands (Monte Carlo)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target functions from public datasets; clinician and coaching views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no PII stored, computation local, consent-first data connection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prototype; not a medical device and not medical advice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earlier, more motivated prevention at low cost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Health Digital Twin</dc:title>
  <dc:subject>PptxGenJS Presentation</dc:subject>
  <dc:creator>PptxGenJS</dc:creator>
  <cp:lastModifiedBy>PptxGenJS</cp:lastModifiedBy>
  <cp:revision>1</cp:revision>
  <dcterms:created xsi:type="dcterms:W3CDTF">2026-10-24T13:07:43Z</dcterms:created>
  <dcterms:modified xsi:type="dcterms:W3CDTF">2026-10-24T13:07:43Z</dcterms:modified>
</cp:coreProperties>
</file>